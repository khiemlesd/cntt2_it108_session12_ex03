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Giao đúng hạn (%)</c:v>
                </c:pt>
              </c:strCache>
            </c:strRef>
          </c:tx>
          <c:spPr>
            <a:solidFill>
              <a:srgbClr val="B8BEC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8BE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233-484B-9C10-F094DAD51A27}"/>
              </c:ext>
            </c:extLst>
          </c:dPt>
          <c:dPt>
            <c:idx val="1"/>
            <c:invertIfNegative val="0"/>
            <c:bubble3D val="0"/>
            <c:spPr>
              <a:solidFill>
                <a:srgbClr val="B8BE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33-484B-9C10-F094DAD51A27}"/>
              </c:ext>
            </c:extLst>
          </c:dPt>
          <c:dPt>
            <c:idx val="2"/>
            <c:invertIfNegative val="0"/>
            <c:bubble3D val="0"/>
            <c:spPr>
              <a:solidFill>
                <a:srgbClr val="F582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233-484B-9C10-F094DAD51A27}"/>
              </c:ext>
            </c:extLst>
          </c:dPt>
          <c:dPt>
            <c:idx val="3"/>
            <c:invertIfNegative val="0"/>
            <c:bubble3D val="0"/>
            <c:spPr>
              <a:solidFill>
                <a:srgbClr val="B8BE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233-484B-9C10-F094DAD51A27}"/>
              </c:ext>
            </c:extLst>
          </c:dPt>
          <c:dPt>
            <c:idx val="4"/>
            <c:invertIfNegative val="0"/>
            <c:bubble3D val="0"/>
            <c:spPr>
              <a:solidFill>
                <a:srgbClr val="B8BE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233-484B-9C10-F094DAD51A27}"/>
              </c:ext>
            </c:extLst>
          </c:dPt>
          <c:dPt>
            <c:idx val="5"/>
            <c:invertIfNegative val="0"/>
            <c:bubble3D val="0"/>
            <c:spPr>
              <a:solidFill>
                <a:srgbClr val="B8BE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233-484B-9C10-F094DAD51A2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Quận 1</c:v>
                </c:pt>
                <c:pt idx="1">
                  <c:v>Quận 3</c:v>
                </c:pt>
                <c:pt idx="2">
                  <c:v>Quận 7</c:v>
                </c:pt>
                <c:pt idx="3">
                  <c:v>Bình Thạnh</c:v>
                </c:pt>
                <c:pt idx="4">
                  <c:v>Thủ Đức</c:v>
                </c:pt>
                <c:pt idx="5">
                  <c:v>Gò Vấp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</c:v>
                </c:pt>
                <c:pt idx="1">
                  <c:v>92</c:v>
                </c:pt>
                <c:pt idx="2">
                  <c:v>78</c:v>
                </c:pt>
                <c:pt idx="3">
                  <c:v>91</c:v>
                </c:pt>
                <c:pt idx="4">
                  <c:v>89</c:v>
                </c:pt>
                <c:pt idx="5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233-484B-9C10-F094DAD51A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9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FastMove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FastMove tự động tra giá cước, bỏ 16 giờ chờ mỗi ngày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Hướng dẫn shipper nhận đơn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949440" y="338328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949440" y="33832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16h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Shipper nhận một đơn chỉ mất ba thao tác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Mở app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Bấm Nhận đơn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1965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Quét mã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291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Quét mã vận đơn tại kho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965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Đối chiếu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291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Xem giá cước hiện trên app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2</a:t>
            </a:fld>
            <a:endParaRPr lang="en-US" dirty="0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DBD2ECA7-C588-8088-5D66-0B99A9C20C82}"/>
              </a:ext>
            </a:extLst>
          </p:cNvPr>
          <p:cNvSpPr txBox="1"/>
          <p:nvPr/>
        </p:nvSpPr>
        <p:spPr>
          <a:xfrm>
            <a:off x="1064623" y="4839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Công thức VLOOKUP trả giá cước trong vài giây, không cần tra tay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Nhập mã vận đơn vào cột 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Bảng GiaCuoc được khóa bằng dấu $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Kéo công thức xuống 500 dòng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Giá cước hiện ra ở cột 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760720" y="1737360"/>
            <a:ext cx="283464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60720" y="21031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2"/>
                </a:solidFill>
              </a:rPr>
              <a:t>16h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chậm trễ mỗi ngày trước khi tự động hóa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Bưu cục Quận 7 giao đúng hạn thấp nhất, kéo KPI chung xuống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54480"/>
          <a:ext cx="8046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Số liệu mẫu để minh họa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Khi app báo lỗi mã vận đơn, quét lại rồi gọi điều phối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Lau sạch tem, quét lại mã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Không tự gõ mã bằng tay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Vẫn lỗi thì gọi điều phối kho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760720" y="1737360"/>
            <a:ext cx="28346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6720840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!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3200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Kiểm tra mã vận đơn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Move">
  <a:themeElements>
    <a:clrScheme name="FastMove">
      <a:dk1>
        <a:srgbClr val="1F2937"/>
      </a:dk1>
      <a:lt1>
        <a:srgbClr val="FFFFFF"/>
      </a:lt1>
      <a:dk2>
        <a:srgbClr val="1B2A5B"/>
      </a:dk2>
      <a:lt2>
        <a:srgbClr val="F3F5FA"/>
      </a:lt2>
      <a:accent1>
        <a:srgbClr val="1B2A5B"/>
      </a:accent1>
      <a:accent2>
        <a:srgbClr val="F58220"/>
      </a:accent2>
      <a:accent3>
        <a:srgbClr val="B8BECC"/>
      </a:accent3>
      <a:accent4>
        <a:srgbClr val="4A5A8A"/>
      </a:accent4>
      <a:accent5>
        <a:srgbClr val="FDBA74"/>
      </a:accent5>
      <a:accent6>
        <a:srgbClr val="6B7280"/>
      </a:accent6>
      <a:hlink>
        <a:srgbClr val="1B2A5B"/>
      </a:hlink>
      <a:folHlink>
        <a:srgbClr val="6B7280"/>
      </a:folHlink>
    </a:clrScheme>
    <a:fontScheme name="FastMo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172</Words>
  <Application>Microsoft Office PowerPoint</Application>
  <PresentationFormat>Trình chiếu Trên màn hình (16:9)</PresentationFormat>
  <Paragraphs>37</Paragraphs>
  <Slides>5</Slides>
  <Notes>5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</vt:i4>
      </vt:variant>
    </vt:vector>
  </HeadingPairs>
  <TitlesOfParts>
    <vt:vector size="8" baseType="lpstr">
      <vt:lpstr>Arial</vt:lpstr>
      <vt:lpstr>Calibri</vt:lpstr>
      <vt:lpstr>FastMove</vt:lpstr>
      <vt:lpstr>FastMove tự động tra giá cước, bỏ 16 giờ chờ mỗi ngày</vt:lpstr>
      <vt:lpstr>Shipper nhận một đơn chỉ mất ba thao tác</vt:lpstr>
      <vt:lpstr>Công thức VLOOKUP trả giá cước trong vài giây, không cần tra tay</vt:lpstr>
      <vt:lpstr>Bưu cục Quận 7 giao đúng hạn thấp nhất, kéo KPI chung xuống</vt:lpstr>
      <vt:lpstr>Khi app báo lỗi mã vận đơn, quét lại rồi gọi điều phối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shipper FastMove</dc:title>
  <dc:subject>PptxGenJS Presentation</dc:subject>
  <dc:creator>PptxGenJS</dc:creator>
  <cp:lastModifiedBy>Khiêm Lê</cp:lastModifiedBy>
  <cp:revision>2</cp:revision>
  <dcterms:created xsi:type="dcterms:W3CDTF">2026-10-26T11:51:51Z</dcterms:created>
  <dcterms:modified xsi:type="dcterms:W3CDTF">2026-10-26T13:09:28Z</dcterms:modified>
</cp:coreProperties>
</file>