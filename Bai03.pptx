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t>FASTMOVE LOGISTICS | TỰ ĐỘNG HÓA VẬN HÀNH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Tối ưu hóa quy trình kho giúp loại bỏ 16 giờ chậm trễ thủ công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28416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FF6B00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Tự động hóa VLOOKUP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Kết nối dữ liệu vận đơn với bảng giá cước qua tham chiếu tuyệt đối ($), loại bỏ hoàn toàn sai sót tra cứu thủ công.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Khớp lệnh chính xác 100%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Cố định vùng tham chiếu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Xử lý lỗi #N/A bằng IFERROR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828800"/>
            <a:ext cx="3328416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FF6B00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Chuẩn hóa tài liệu kho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Xây dựng quy trình thao tác chuẩn (SOP) với hệ thống tiêu đề đồng bộ thương hiệu FastMove giúp shipper nhận đơn nhanh.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Tuân thủ Miller's Law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Tối đa 3-4 bước thực hiện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Đồng bộ màu sắc nhận diện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828800"/>
            <a:ext cx="3328416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FF6B00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Báo cáo hiệu suất KPI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Theo dõi tiến độ giao hàng và tỷ lệ hoàn thành đơn theo thời gian thực qua biểu đồ cột chuyên nghiệp.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Highlight điểm trọng yếu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Giảm thời gian chờ đợi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Tăng năng suất toàn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92B0"/>
                </a:solidFill>
              </a:defRPr>
            </a:pPr>
            <a:r>
              <a:t>FastMove Logistics — Giao nhanh - Tin cậy - Mọi lúc  |  Trang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t>QUY TRÌNH THAO TÁC CHO SHIPPER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Quy trình nhận và giao đơn chuẩn hóa giúp tăng tốc độ xử lý 300%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377440" cy="34747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00"/>
                </a:solidFill>
              </a:defRPr>
            </a:pPr>
            <a:r>
              <a:t>Bước 1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Nhận đơn trên App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Kiểm tra mã vận đơn, khu vực giao và thông tin liên hệ của khách hàng trực tiếp trên ứng dụng FastMove.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2112" y="3474720"/>
            <a:ext cx="256032" cy="36576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11296" y="2011680"/>
            <a:ext cx="2377440" cy="347472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00"/>
                </a:solidFill>
              </a:defRPr>
            </a:pPr>
            <a:r>
              <a:t>Bước 2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Xác thực hàng hóa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Quét mã vạch bưu phẩm tại bưu cục, đối chiếu trọng lượng và cước phí đã tự động tính toán.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474720"/>
            <a:ext cx="256032" cy="36576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2011680"/>
            <a:ext cx="2377440" cy="347472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00"/>
                </a:solidFill>
              </a:defRPr>
            </a:pPr>
            <a:r>
              <a:t>Bước 3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Giao hàng &amp; Thu hộ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Di chuyển theo lộ trình tối ưu, thực hiện giao dịch và cập nhật trạng thái hoàn tất đơn hàng.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41664" y="3474720"/>
            <a:ext cx="256032" cy="365760"/>
          </a:xfrm>
          <a:prstGeom prst="rightArrow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70848" y="2011680"/>
            <a:ext cx="2377440" cy="34747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00"/>
                </a:solidFill>
              </a:defRPr>
            </a:pPr>
            <a:r>
              <a:t>Bước 4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Báo cáo ca trực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Hoàn tất đối soát COD, bàn giao biên bản và kết thúc ca làm việc đúng giờ quy định.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92B0"/>
                </a:solidFill>
              </a:defRPr>
            </a:pPr>
            <a:r>
              <a:t>FastMove Logistics — Áp dụng Miller's Law (tối đa 4 bước)  |  Trang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